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2" r:id="rId5"/>
    <p:sldId id="365" r:id="rId6"/>
    <p:sldId id="359" r:id="rId7"/>
    <p:sldId id="375" r:id="rId8"/>
    <p:sldId id="376" r:id="rId9"/>
    <p:sldId id="381" r:id="rId10"/>
    <p:sldId id="377" r:id="rId11"/>
    <p:sldId id="378" r:id="rId12"/>
    <p:sldId id="3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10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Lapusan Vlad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Candy Crush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Librarii </a:t>
            </a:r>
            <a:r>
              <a:rPr lang="en-US" dirty="0" err="1"/>
              <a:t>folosite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Random, csv, </a:t>
            </a:r>
            <a:r>
              <a:rPr lang="en-US" dirty="0" err="1"/>
              <a:t>os</a:t>
            </a:r>
            <a:r>
              <a:rPr lang="en-US" dirty="0"/>
              <a:t>, </a:t>
            </a:r>
            <a:r>
              <a:rPr lang="en-US" b="1" u="sng" dirty="0"/>
              <a:t>multiprocessing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 err="1"/>
              <a:t>Arhitectura</a:t>
            </a:r>
            <a:r>
              <a:rPr lang="en-US" dirty="0"/>
              <a:t> </a:t>
            </a:r>
            <a:r>
              <a:rPr lang="en-US" dirty="0" err="1"/>
              <a:t>sistemului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62167" y="6115665"/>
            <a:ext cx="742537" cy="387370"/>
          </a:xfrm>
        </p:spPr>
        <p:txBody>
          <a:bodyPr anchor="t"/>
          <a:lstStyle/>
          <a:p>
            <a:endParaRPr lang="en-US"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3CD7C31-6A3A-DABE-D95C-884CD7D22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724" y="0"/>
            <a:ext cx="6607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Cum </a:t>
            </a:r>
            <a:r>
              <a:rPr lang="en-US" dirty="0" err="1"/>
              <a:t>detectez</a:t>
            </a:r>
            <a:r>
              <a:rPr lang="en-US" dirty="0"/>
              <a:t> </a:t>
            </a:r>
            <a:r>
              <a:rPr lang="en-US" dirty="0" err="1"/>
              <a:t>combinatiile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1637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Am </a:t>
            </a:r>
            <a:r>
              <a:rPr lang="en-US" b="1" dirty="0" err="1"/>
              <a:t>implementat</a:t>
            </a:r>
            <a:r>
              <a:rPr lang="en-US" b="1" dirty="0"/>
              <a:t> </a:t>
            </a:r>
            <a:r>
              <a:rPr lang="en-US" b="1" dirty="0" err="1"/>
              <a:t>detectarea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err="1"/>
              <a:t>Linii</a:t>
            </a:r>
            <a:r>
              <a:rPr lang="en-US" b="1" dirty="0"/>
              <a:t> de 3</a:t>
            </a:r>
            <a:r>
              <a:rPr lang="en-US" dirty="0"/>
              <a:t> (5 </a:t>
            </a:r>
            <a:r>
              <a:rPr lang="en-US" dirty="0" err="1"/>
              <a:t>puncte</a:t>
            </a:r>
            <a:r>
              <a:rPr lang="en-US" dirty="0"/>
              <a:t>) -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comune</a:t>
            </a:r>
            <a:endParaRPr lang="en-US" dirty="0"/>
          </a:p>
          <a:p>
            <a:r>
              <a:rPr lang="en-US" b="1" dirty="0" err="1"/>
              <a:t>Linii</a:t>
            </a:r>
            <a:r>
              <a:rPr lang="en-US" b="1" dirty="0"/>
              <a:t> de 4</a:t>
            </a:r>
            <a:r>
              <a:rPr lang="en-US" dirty="0"/>
              <a:t> (10 </a:t>
            </a:r>
            <a:r>
              <a:rPr lang="en-US" dirty="0" err="1"/>
              <a:t>puncte</a:t>
            </a:r>
            <a:r>
              <a:rPr lang="en-US" dirty="0"/>
              <a:t>) - </a:t>
            </a:r>
            <a:r>
              <a:rPr lang="en-US" dirty="0" err="1"/>
              <a:t>mai</a:t>
            </a:r>
            <a:r>
              <a:rPr lang="en-US" dirty="0"/>
              <a:t> rare,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valoroase</a:t>
            </a:r>
            <a:endParaRPr lang="en-US" dirty="0"/>
          </a:p>
          <a:p>
            <a:r>
              <a:rPr lang="en-US" b="1" dirty="0" err="1"/>
              <a:t>Linii</a:t>
            </a:r>
            <a:r>
              <a:rPr lang="en-US" b="1" dirty="0"/>
              <a:t> de 5</a:t>
            </a:r>
            <a:r>
              <a:rPr lang="en-US" dirty="0"/>
              <a:t> (50 </a:t>
            </a:r>
            <a:r>
              <a:rPr lang="en-US" dirty="0" err="1"/>
              <a:t>puncte</a:t>
            </a:r>
            <a:r>
              <a:rPr lang="en-US" dirty="0"/>
              <a:t>) -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valoroase</a:t>
            </a:r>
            <a:endParaRPr lang="en-US" dirty="0"/>
          </a:p>
          <a:p>
            <a:r>
              <a:rPr lang="en-US" b="1" dirty="0"/>
              <a:t>Forma L</a:t>
            </a:r>
            <a:r>
              <a:rPr lang="en-US" dirty="0"/>
              <a:t> (20 </a:t>
            </a:r>
            <a:r>
              <a:rPr lang="en-US" dirty="0" err="1"/>
              <a:t>puncte</a:t>
            </a:r>
            <a:r>
              <a:rPr lang="en-US" dirty="0"/>
              <a:t>) - </a:t>
            </a:r>
            <a:r>
              <a:rPr lang="en-US" dirty="0" err="1"/>
              <a:t>necesita</a:t>
            </a:r>
            <a:r>
              <a:rPr lang="en-US" dirty="0"/>
              <a:t> pattern matching</a:t>
            </a:r>
          </a:p>
          <a:p>
            <a:r>
              <a:rPr lang="en-US" b="1" dirty="0"/>
              <a:t>Forma T</a:t>
            </a:r>
            <a:r>
              <a:rPr lang="en-US" dirty="0"/>
              <a:t> (30 </a:t>
            </a:r>
            <a:r>
              <a:rPr lang="en-US" dirty="0" err="1"/>
              <a:t>puncte</a:t>
            </a:r>
            <a:r>
              <a:rPr lang="en-US" dirty="0"/>
              <a:t>) - cel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dificil</a:t>
            </a:r>
            <a:r>
              <a:rPr lang="en-US" dirty="0"/>
              <a:t> de </a:t>
            </a:r>
            <a:r>
              <a:rPr lang="en-US" dirty="0" err="1"/>
              <a:t>detectat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 err="1"/>
              <a:t>Strategiile</a:t>
            </a:r>
            <a:r>
              <a:rPr lang="en-US" dirty="0"/>
              <a:t> pe care le-am </a:t>
            </a:r>
            <a:r>
              <a:rPr lang="en-US" dirty="0" err="1"/>
              <a:t>testat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4015098" cy="3528397"/>
          </a:xfrm>
        </p:spPr>
        <p:txBody>
          <a:bodyPr/>
          <a:lstStyle/>
          <a:p>
            <a:r>
              <a:rPr lang="en-US" b="1" dirty="0"/>
              <a:t>1. "</a:t>
            </a:r>
            <a:r>
              <a:rPr lang="en-US" b="1" dirty="0" err="1"/>
              <a:t>Primul</a:t>
            </a:r>
            <a:r>
              <a:rPr lang="en-US" b="1" dirty="0"/>
              <a:t> swap </a:t>
            </a:r>
            <a:r>
              <a:rPr lang="en-US" b="1" dirty="0" err="1"/>
              <a:t>gasit</a:t>
            </a:r>
            <a:r>
              <a:rPr lang="en-US" b="1" dirty="0"/>
              <a:t>"</a:t>
            </a:r>
          </a:p>
          <a:p>
            <a:r>
              <a:rPr lang="en-US" dirty="0" err="1"/>
              <a:t>Caut</a:t>
            </a:r>
            <a:r>
              <a:rPr lang="en-US" dirty="0"/>
              <a:t> </a:t>
            </a:r>
            <a:r>
              <a:rPr lang="en-US" dirty="0" err="1"/>
              <a:t>primul</a:t>
            </a:r>
            <a:r>
              <a:rPr lang="en-US" dirty="0"/>
              <a:t> swap care </a:t>
            </a:r>
            <a:r>
              <a:rPr lang="en-US" dirty="0" err="1"/>
              <a:t>creeaza</a:t>
            </a:r>
            <a:r>
              <a:rPr lang="en-US" dirty="0"/>
              <a:t> o </a:t>
            </a:r>
            <a:r>
              <a:rPr lang="en-US" dirty="0" err="1"/>
              <a:t>combinatie</a:t>
            </a:r>
            <a:endParaRPr lang="en-US" dirty="0"/>
          </a:p>
          <a:p>
            <a:r>
              <a:rPr lang="en-US" b="1" dirty="0"/>
              <a:t>Pros:</a:t>
            </a:r>
            <a:r>
              <a:rPr lang="en-US" dirty="0"/>
              <a:t> </a:t>
            </a:r>
            <a:r>
              <a:rPr lang="en-US" dirty="0" err="1"/>
              <a:t>Foarte</a:t>
            </a:r>
            <a:r>
              <a:rPr lang="en-US" dirty="0"/>
              <a:t> rapid</a:t>
            </a:r>
          </a:p>
          <a:p>
            <a:r>
              <a:rPr lang="en-US" b="1" dirty="0"/>
              <a:t>Cons:</a:t>
            </a:r>
            <a:r>
              <a:rPr lang="en-US" dirty="0"/>
              <a:t> 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slaba</a:t>
            </a:r>
            <a:r>
              <a:rPr lang="en-US" dirty="0"/>
              <a:t> a </a:t>
            </a:r>
            <a:r>
              <a:rPr lang="en-US" dirty="0" err="1"/>
              <a:t>mutarilor</a:t>
            </a:r>
            <a:endParaRPr lang="en-US" dirty="0"/>
          </a:p>
          <a:p>
            <a:r>
              <a:rPr lang="en-US" b="1" dirty="0"/>
              <a:t>2. "</a:t>
            </a:r>
            <a:r>
              <a:rPr lang="en-US" b="1" dirty="0" err="1"/>
              <a:t>Evaluare</a:t>
            </a:r>
            <a:r>
              <a:rPr lang="en-US" b="1" dirty="0"/>
              <a:t> </a:t>
            </a:r>
            <a:r>
              <a:rPr lang="en-US" b="1" dirty="0" err="1"/>
              <a:t>simpla</a:t>
            </a:r>
            <a:r>
              <a:rPr lang="en-US" b="1" dirty="0"/>
              <a:t>"</a:t>
            </a:r>
          </a:p>
          <a:p>
            <a:r>
              <a:rPr lang="en-US" dirty="0" err="1"/>
              <a:t>Alege</a:t>
            </a:r>
            <a:r>
              <a:rPr lang="en-US" dirty="0"/>
              <a:t> swap-ul care </a:t>
            </a:r>
            <a:r>
              <a:rPr lang="en-US" dirty="0" err="1"/>
              <a:t>creeaza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lungi </a:t>
            </a:r>
            <a:r>
              <a:rPr lang="en-US" dirty="0" err="1"/>
              <a:t>linii</a:t>
            </a:r>
            <a:endParaRPr lang="en-US" dirty="0"/>
          </a:p>
          <a:p>
            <a:r>
              <a:rPr lang="en-US" b="1" dirty="0"/>
              <a:t>Pros:</a:t>
            </a:r>
            <a:r>
              <a:rPr lang="en-US" dirty="0"/>
              <a:t> Bun </a:t>
            </a:r>
            <a:r>
              <a:rPr lang="en-US" dirty="0" err="1"/>
              <a:t>raport</a:t>
            </a:r>
            <a:r>
              <a:rPr lang="en-US" dirty="0"/>
              <a:t> </a:t>
            </a:r>
            <a:r>
              <a:rPr lang="en-US" dirty="0" err="1"/>
              <a:t>calitate</a:t>
            </a:r>
            <a:r>
              <a:rPr lang="en-US" dirty="0"/>
              <a:t>/</a:t>
            </a:r>
            <a:r>
              <a:rPr lang="en-US" dirty="0" err="1"/>
              <a:t>viteza</a:t>
            </a:r>
            <a:endParaRPr lang="en-US" dirty="0"/>
          </a:p>
          <a:p>
            <a:r>
              <a:rPr lang="en-US" b="1" dirty="0"/>
              <a:t>Cons:</a:t>
            </a:r>
            <a:r>
              <a:rPr lang="en-US" dirty="0"/>
              <a:t> Nu tine </a:t>
            </a:r>
            <a:r>
              <a:rPr lang="en-US" dirty="0" err="1"/>
              <a:t>cont</a:t>
            </a:r>
            <a:r>
              <a:rPr lang="en-US" dirty="0"/>
              <a:t> de cascade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995159" y="2474811"/>
            <a:ext cx="4227332" cy="3528397"/>
          </a:xfrm>
        </p:spPr>
        <p:txBody>
          <a:bodyPr/>
          <a:lstStyle/>
          <a:p>
            <a:r>
              <a:rPr lang="en-US" b="1" dirty="0"/>
              <a:t>3. "Look-ahead"</a:t>
            </a:r>
          </a:p>
          <a:p>
            <a:r>
              <a:rPr lang="en-US" dirty="0" err="1"/>
              <a:t>Simuleaza</a:t>
            </a:r>
            <a:r>
              <a:rPr lang="en-US" dirty="0"/>
              <a:t> </a:t>
            </a:r>
            <a:r>
              <a:rPr lang="en-US" dirty="0" err="1"/>
              <a:t>cascadele</a:t>
            </a:r>
            <a:r>
              <a:rPr lang="en-US" dirty="0"/>
              <a:t> care </a:t>
            </a:r>
            <a:r>
              <a:rPr lang="en-US" dirty="0" err="1"/>
              <a:t>urmeaza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swap</a:t>
            </a:r>
          </a:p>
          <a:p>
            <a:r>
              <a:rPr lang="en-US" b="1" dirty="0"/>
              <a:t>Pros:</a:t>
            </a:r>
            <a:r>
              <a:rPr lang="en-US" dirty="0"/>
              <a:t> Cele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</a:t>
            </a:r>
            <a:r>
              <a:rPr lang="en-US" dirty="0" err="1"/>
              <a:t>rezultate</a:t>
            </a:r>
            <a:endParaRPr lang="en-US" dirty="0"/>
          </a:p>
          <a:p>
            <a:r>
              <a:rPr lang="en-US" b="1" dirty="0"/>
              <a:t>Cons:</a:t>
            </a:r>
            <a:r>
              <a:rPr lang="en-US" dirty="0"/>
              <a:t> </a:t>
            </a:r>
            <a:r>
              <a:rPr lang="en-US" dirty="0" err="1"/>
              <a:t>Foarte</a:t>
            </a:r>
            <a:r>
              <a:rPr lang="en-US" dirty="0"/>
              <a:t> lent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125C3-99F8-5ABF-1328-0370F112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70" y="643842"/>
            <a:ext cx="10515601" cy="1140849"/>
          </a:xfrm>
        </p:spPr>
        <p:txBody>
          <a:bodyPr/>
          <a:lstStyle/>
          <a:p>
            <a:r>
              <a:rPr lang="en-US" dirty="0"/>
              <a:t>Ce am observant din teste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8EEA5630-8504-C8C7-2F0C-EE6D53FDDCC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111080448"/>
              </p:ext>
            </p:extLst>
          </p:nvPr>
        </p:nvGraphicFramePr>
        <p:xfrm>
          <a:off x="835025" y="2189932"/>
          <a:ext cx="10515601" cy="27711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481072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/>
                        <a:t>Strategie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Succes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Swap-</a:t>
                      </a:r>
                      <a:r>
                        <a:rPr lang="en-US" b="0" dirty="0" err="1"/>
                        <a:t>uri</a:t>
                      </a:r>
                      <a:r>
                        <a:rPr lang="en-US" b="0" dirty="0"/>
                        <a:t> </a:t>
                      </a:r>
                      <a:r>
                        <a:rPr lang="en-US" b="0" dirty="0" err="1"/>
                        <a:t>medii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Timp </a:t>
                      </a:r>
                      <a:r>
                        <a:rPr lang="en-US" b="0" dirty="0" err="1"/>
                        <a:t>rulare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810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Primul</a:t>
                      </a:r>
                      <a:r>
                        <a:rPr lang="en-US" dirty="0"/>
                        <a:t> Swap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810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Evaluare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Simpla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8107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Look-Ahead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8107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A189C-8A41-5C63-2470-06541519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 err="1"/>
              <a:t>Rezultate</a:t>
            </a:r>
            <a:r>
              <a:rPr lang="en-US" dirty="0"/>
              <a:t> – </a:t>
            </a:r>
            <a:r>
              <a:rPr lang="en-US" dirty="0" err="1"/>
              <a:t>cele</a:t>
            </a:r>
            <a:r>
              <a:rPr lang="en-US" dirty="0"/>
              <a:t> 100 de </a:t>
            </a:r>
            <a:r>
              <a:rPr lang="en-US" dirty="0" err="1"/>
              <a:t>jocuri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07038" y="2465539"/>
            <a:ext cx="3774587" cy="3723753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Statistici</a:t>
            </a:r>
            <a:r>
              <a:rPr lang="en-US" b="1" dirty="0"/>
              <a:t> generale: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85% </a:t>
            </a:r>
            <a:r>
              <a:rPr lang="en-US" b="1" dirty="0" err="1"/>
              <a:t>succes</a:t>
            </a:r>
            <a:r>
              <a:rPr lang="en-US" dirty="0"/>
              <a:t> - </a:t>
            </a:r>
            <a:r>
              <a:rPr lang="en-US" dirty="0" err="1"/>
              <a:t>majoritatea</a:t>
            </a:r>
            <a:r>
              <a:rPr lang="en-US" dirty="0"/>
              <a:t> </a:t>
            </a:r>
            <a:r>
              <a:rPr lang="en-US" dirty="0" err="1"/>
              <a:t>jocurilor</a:t>
            </a:r>
            <a:r>
              <a:rPr lang="en-US" dirty="0"/>
              <a:t> au </a:t>
            </a:r>
            <a:r>
              <a:rPr lang="en-US" dirty="0" err="1"/>
              <a:t>ajuns</a:t>
            </a:r>
            <a:r>
              <a:rPr lang="en-US" dirty="0"/>
              <a:t> la 10k</a:t>
            </a:r>
          </a:p>
          <a:p>
            <a:pPr marL="0" indent="0">
              <a:buNone/>
            </a:pPr>
            <a:r>
              <a:rPr lang="en-US" b="1" dirty="0"/>
              <a:t>47.3 swap-</a:t>
            </a:r>
            <a:r>
              <a:rPr lang="en-US" b="1" dirty="0" err="1"/>
              <a:t>uri</a:t>
            </a:r>
            <a:r>
              <a:rPr lang="en-US" dirty="0"/>
              <a:t> 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 per </a:t>
            </a:r>
            <a:r>
              <a:rPr lang="en-US" dirty="0" err="1"/>
              <a:t>joc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38.2 swap-</a:t>
            </a:r>
            <a:r>
              <a:rPr lang="en-US" b="1" dirty="0" err="1"/>
              <a:t>uri</a:t>
            </a:r>
            <a:r>
              <a:rPr lang="en-US" dirty="0"/>
              <a:t> 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ajunge</a:t>
            </a:r>
            <a:r>
              <a:rPr lang="en-US" dirty="0"/>
              <a:t> la 10k</a:t>
            </a:r>
          </a:p>
          <a:p>
            <a:pPr marL="0" indent="0">
              <a:buNone/>
            </a:pPr>
            <a:r>
              <a:rPr lang="en-US" b="1" dirty="0"/>
              <a:t>12,450 </a:t>
            </a:r>
            <a:r>
              <a:rPr lang="en-US" b="1" dirty="0" err="1"/>
              <a:t>puncte</a:t>
            </a:r>
            <a:r>
              <a:rPr lang="en-US" dirty="0"/>
              <a:t> </a:t>
            </a:r>
            <a:r>
              <a:rPr lang="en-US" dirty="0" err="1"/>
              <a:t>punctaj</a:t>
            </a:r>
            <a:r>
              <a:rPr lang="en-US" dirty="0"/>
              <a:t> </a:t>
            </a:r>
            <a:r>
              <a:rPr lang="en-US" dirty="0" err="1"/>
              <a:t>mediu</a:t>
            </a:r>
            <a:r>
              <a:rPr lang="en-US" dirty="0"/>
              <a:t> final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0D91C-D5C0-248C-26D3-DE7C7C72E63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927600" y="2465539"/>
            <a:ext cx="6315069" cy="3723753"/>
          </a:xfrm>
        </p:spPr>
        <p:txBody>
          <a:bodyPr/>
          <a:lstStyle/>
          <a:p>
            <a:r>
              <a:rPr lang="en-US" b="1" dirty="0" err="1"/>
              <a:t>Distribuția</a:t>
            </a:r>
            <a:r>
              <a:rPr lang="en-US" b="1" dirty="0"/>
              <a:t> </a:t>
            </a:r>
            <a:r>
              <a:rPr lang="en-US" b="1" dirty="0" err="1"/>
              <a:t>performanței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err="1"/>
              <a:t>Jocuri</a:t>
            </a:r>
            <a:r>
              <a:rPr lang="en-US" b="1" dirty="0"/>
              <a:t> </a:t>
            </a:r>
            <a:r>
              <a:rPr lang="en-US" b="1" dirty="0" err="1"/>
              <a:t>bune</a:t>
            </a:r>
            <a:r>
              <a:rPr lang="en-US" dirty="0"/>
              <a:t> (101-150 swap-</a:t>
            </a:r>
            <a:r>
              <a:rPr lang="en-US" dirty="0" err="1"/>
              <a:t>uri</a:t>
            </a:r>
            <a:r>
              <a:rPr lang="en-US" dirty="0"/>
              <a:t>): 14%</a:t>
            </a:r>
          </a:p>
          <a:p>
            <a:r>
              <a:rPr lang="en-US" b="1" dirty="0" err="1"/>
              <a:t>Jocuri</a:t>
            </a:r>
            <a:r>
              <a:rPr lang="en-US" b="1" dirty="0"/>
              <a:t> </a:t>
            </a:r>
            <a:r>
              <a:rPr lang="en-US" b="1" dirty="0" err="1"/>
              <a:t>decente</a:t>
            </a:r>
            <a:r>
              <a:rPr lang="en-US" dirty="0"/>
              <a:t> (</a:t>
            </a:r>
            <a:r>
              <a:rPr lang="en-US" dirty="0" err="1"/>
              <a:t>peste</a:t>
            </a:r>
            <a:r>
              <a:rPr lang="en-US" dirty="0"/>
              <a:t> 150 swap-</a:t>
            </a:r>
            <a:r>
              <a:rPr lang="en-US" dirty="0" err="1"/>
              <a:t>uri</a:t>
            </a:r>
            <a:r>
              <a:rPr lang="en-US" dirty="0"/>
              <a:t>): 86%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dirty="0"/>
              <a:t>Ce </a:t>
            </a:r>
            <a:r>
              <a:rPr lang="en-US" dirty="0" err="1"/>
              <a:t>asi</a:t>
            </a:r>
            <a:r>
              <a:rPr lang="en-US" dirty="0"/>
              <a:t> </a:t>
            </a:r>
            <a:r>
              <a:rPr lang="en-US" dirty="0" err="1"/>
              <a:t>imbunatatii</a:t>
            </a:r>
            <a:endParaRPr lang="en-US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2969460"/>
            <a:ext cx="4371560" cy="3022201"/>
          </a:xfrm>
        </p:spPr>
        <p:txBody>
          <a:bodyPr/>
          <a:lstStyle/>
          <a:p>
            <a:r>
              <a:rPr lang="en-US" sz="1000" b="1" dirty="0" err="1"/>
              <a:t>Optimizări</a:t>
            </a:r>
            <a:r>
              <a:rPr lang="en-US" sz="1000" b="1" dirty="0"/>
              <a:t> de </a:t>
            </a:r>
            <a:r>
              <a:rPr lang="en-US" sz="1000" b="1" dirty="0" err="1"/>
              <a:t>viteză</a:t>
            </a:r>
            <a:endParaRPr lang="en-US" sz="1000" dirty="0"/>
          </a:p>
          <a:p>
            <a:pPr lvl="1"/>
            <a:r>
              <a:rPr lang="en-US" sz="1000" dirty="0"/>
              <a:t>Cache </a:t>
            </a:r>
            <a:r>
              <a:rPr lang="en-US" sz="1000" dirty="0" err="1"/>
              <a:t>pentru</a:t>
            </a:r>
            <a:r>
              <a:rPr lang="en-US" sz="1000" dirty="0"/>
              <a:t> swap-</a:t>
            </a:r>
            <a:r>
              <a:rPr lang="en-US" sz="1000" dirty="0" err="1"/>
              <a:t>uri</a:t>
            </a:r>
            <a:r>
              <a:rPr lang="en-US" sz="1000" dirty="0"/>
              <a:t> </a:t>
            </a:r>
            <a:r>
              <a:rPr lang="en-US" sz="1000" dirty="0" err="1"/>
              <a:t>deja</a:t>
            </a:r>
            <a:r>
              <a:rPr lang="en-US" sz="1000" dirty="0"/>
              <a:t> evaluate</a:t>
            </a:r>
          </a:p>
          <a:p>
            <a:pPr lvl="1"/>
            <a:r>
              <a:rPr lang="en-US" sz="1000" dirty="0" err="1"/>
              <a:t>Detectare</a:t>
            </a:r>
            <a:r>
              <a:rPr lang="en-US" sz="1000" dirty="0"/>
              <a:t> </a:t>
            </a:r>
            <a:r>
              <a:rPr lang="en-US" sz="1000" dirty="0" err="1"/>
              <a:t>incrementală</a:t>
            </a:r>
            <a:r>
              <a:rPr lang="en-US" sz="1000" dirty="0"/>
              <a:t> (</a:t>
            </a:r>
            <a:r>
              <a:rPr lang="en-US" sz="1000" dirty="0" err="1"/>
              <a:t>doar</a:t>
            </a:r>
            <a:r>
              <a:rPr lang="en-US" sz="1000" dirty="0"/>
              <a:t> </a:t>
            </a:r>
            <a:r>
              <a:rPr lang="en-US" sz="1000" dirty="0" err="1"/>
              <a:t>zonele</a:t>
            </a:r>
            <a:r>
              <a:rPr lang="en-US" sz="1000" dirty="0"/>
              <a:t> </a:t>
            </a:r>
            <a:r>
              <a:rPr lang="en-US" sz="1000" dirty="0" err="1"/>
              <a:t>modificate</a:t>
            </a:r>
            <a:r>
              <a:rPr lang="en-US" sz="1000" dirty="0"/>
              <a:t>)</a:t>
            </a:r>
          </a:p>
          <a:p>
            <a:r>
              <a:rPr lang="en-US" sz="1000" b="1" dirty="0" err="1"/>
              <a:t>Strategii</a:t>
            </a:r>
            <a:r>
              <a:rPr lang="en-US" sz="1000" b="1" dirty="0"/>
              <a:t> </a:t>
            </a:r>
            <a:r>
              <a:rPr lang="en-US" sz="1000" b="1" dirty="0" err="1"/>
              <a:t>mai</a:t>
            </a:r>
            <a:r>
              <a:rPr lang="en-US" sz="1000" b="1" dirty="0"/>
              <a:t> </a:t>
            </a:r>
            <a:r>
              <a:rPr lang="en-US" sz="1000" b="1" dirty="0" err="1"/>
              <a:t>inteligente</a:t>
            </a:r>
            <a:endParaRPr lang="en-US" sz="1000" dirty="0"/>
          </a:p>
          <a:p>
            <a:pPr lvl="1"/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țină</a:t>
            </a:r>
            <a:r>
              <a:rPr lang="en-US" sz="1000" dirty="0"/>
              <a:t> </a:t>
            </a:r>
            <a:r>
              <a:rPr lang="en-US" sz="1000" dirty="0" err="1"/>
              <a:t>cont</a:t>
            </a:r>
            <a:r>
              <a:rPr lang="en-US" sz="1000" dirty="0"/>
              <a:t> de </a:t>
            </a:r>
            <a:r>
              <a:rPr lang="en-US" sz="1000" dirty="0" err="1"/>
              <a:t>crearea</a:t>
            </a:r>
            <a:r>
              <a:rPr lang="en-US" sz="1000" dirty="0"/>
              <a:t> de "power-ups"</a:t>
            </a:r>
          </a:p>
          <a:p>
            <a:pPr lvl="1"/>
            <a:r>
              <a:rPr lang="en-US" sz="1000" dirty="0" err="1"/>
              <a:t>Să</a:t>
            </a:r>
            <a:r>
              <a:rPr lang="en-US" sz="1000" dirty="0"/>
              <a:t> evite </a:t>
            </a:r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blocheze</a:t>
            </a:r>
            <a:r>
              <a:rPr lang="en-US" sz="1000" dirty="0"/>
              <a:t> </a:t>
            </a:r>
            <a:r>
              <a:rPr lang="en-US" sz="1000" dirty="0" err="1"/>
              <a:t>tabla</a:t>
            </a:r>
            <a:endParaRPr lang="en-US" sz="1000" dirty="0"/>
          </a:p>
          <a:p>
            <a:pPr lvl="1"/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planifice</a:t>
            </a:r>
            <a:r>
              <a:rPr lang="en-US" sz="1000" dirty="0"/>
              <a:t> 2-3 </a:t>
            </a:r>
            <a:r>
              <a:rPr lang="en-US" sz="1000" dirty="0" err="1"/>
              <a:t>mutări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avans</a:t>
            </a:r>
            <a:endParaRPr lang="en-US" sz="1000" dirty="0"/>
          </a:p>
          <a:p>
            <a:r>
              <a:rPr lang="en-US" sz="1000" b="1" dirty="0" err="1"/>
              <a:t>Învățare</a:t>
            </a:r>
            <a:r>
              <a:rPr lang="en-US" sz="1000" b="1" dirty="0"/>
              <a:t> </a:t>
            </a:r>
            <a:r>
              <a:rPr lang="en-US" sz="1000" b="1" dirty="0" err="1"/>
              <a:t>automată</a:t>
            </a:r>
            <a:r>
              <a:rPr lang="en-US" sz="1000" b="1" dirty="0"/>
              <a:t> </a:t>
            </a:r>
            <a:r>
              <a:rPr lang="en-US" sz="1000" b="1" dirty="0" err="1"/>
              <a:t>simplă</a:t>
            </a:r>
            <a:endParaRPr lang="en-US" sz="1000" dirty="0"/>
          </a:p>
          <a:p>
            <a:pPr lvl="1"/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învețe</a:t>
            </a:r>
            <a:r>
              <a:rPr lang="en-US" sz="1000" dirty="0"/>
              <a:t> din </a:t>
            </a:r>
            <a:r>
              <a:rPr lang="en-US" sz="1000" dirty="0" err="1"/>
              <a:t>jocurile</a:t>
            </a:r>
            <a:r>
              <a:rPr lang="en-US" sz="1000" dirty="0"/>
              <a:t> </a:t>
            </a:r>
            <a:r>
              <a:rPr lang="en-US" sz="1000" dirty="0" err="1"/>
              <a:t>anterioare</a:t>
            </a:r>
            <a:r>
              <a:rPr lang="en-US" sz="1000" dirty="0"/>
              <a:t> care swap-</a:t>
            </a:r>
            <a:r>
              <a:rPr lang="en-US" sz="1000" dirty="0" err="1"/>
              <a:t>uri</a:t>
            </a:r>
            <a:r>
              <a:rPr lang="en-US" sz="1000" dirty="0"/>
              <a:t> </a:t>
            </a:r>
            <a:r>
              <a:rPr lang="en-US" sz="1000" dirty="0" err="1"/>
              <a:t>merg</a:t>
            </a:r>
            <a:r>
              <a:rPr lang="en-US" sz="1000" dirty="0"/>
              <a:t> bine</a:t>
            </a:r>
          </a:p>
          <a:p>
            <a:pPr lvl="1"/>
            <a:r>
              <a:rPr lang="en-US" sz="1000" dirty="0" err="1"/>
              <a:t>Să</a:t>
            </a:r>
            <a:r>
              <a:rPr lang="en-US" sz="1000" dirty="0"/>
              <a:t> </a:t>
            </a:r>
            <a:r>
              <a:rPr lang="en-US" sz="1000" dirty="0" err="1"/>
              <a:t>adapteze</a:t>
            </a:r>
            <a:r>
              <a:rPr lang="en-US" sz="1000" dirty="0"/>
              <a:t> </a:t>
            </a:r>
            <a:r>
              <a:rPr lang="en-US" sz="1000" dirty="0" err="1"/>
              <a:t>strategia</a:t>
            </a:r>
            <a:r>
              <a:rPr lang="en-US" sz="1000" dirty="0"/>
              <a:t> </a:t>
            </a:r>
            <a:r>
              <a:rPr lang="en-US" sz="1000" dirty="0" err="1"/>
              <a:t>în</a:t>
            </a:r>
            <a:r>
              <a:rPr lang="en-US" sz="1000" dirty="0"/>
              <a:t> </a:t>
            </a:r>
            <a:r>
              <a:rPr lang="en-US" sz="1000" dirty="0" err="1"/>
              <a:t>funcție</a:t>
            </a:r>
            <a:r>
              <a:rPr lang="en-US" sz="1000" dirty="0"/>
              <a:t> de </a:t>
            </a:r>
            <a:r>
              <a:rPr lang="en-US" sz="1000" dirty="0" err="1"/>
              <a:t>configurația</a:t>
            </a:r>
            <a:r>
              <a:rPr lang="en-US" sz="1000" dirty="0"/>
              <a:t> </a:t>
            </a:r>
            <a:r>
              <a:rPr lang="en-US" sz="1000" dirty="0" err="1"/>
              <a:t>tablei</a:t>
            </a:r>
            <a:endParaRPr lang="en-US" sz="1000" dirty="0"/>
          </a:p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 err="1"/>
              <a:t>Multumesc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atentie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3bb797-517b-445b-8815-126e2f3b3ec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0EA49926CAB846842F0167E213F5F5" ma:contentTypeVersion="10" ma:contentTypeDescription="Create a new document." ma:contentTypeScope="" ma:versionID="9433a7e4e1964b6411688f53011d998b">
  <xsd:schema xmlns:xsd="http://www.w3.org/2001/XMLSchema" xmlns:xs="http://www.w3.org/2001/XMLSchema" xmlns:p="http://schemas.microsoft.com/office/2006/metadata/properties" xmlns:ns3="e03bb797-517b-445b-8815-126e2f3b3ecd" targetNamespace="http://schemas.microsoft.com/office/2006/metadata/properties" ma:root="true" ma:fieldsID="29f5a760461b64b53d12e55d379d67bb" ns3:_="">
    <xsd:import namespace="e03bb797-517b-445b-8815-126e2f3b3ec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bb797-517b-445b-8815-126e2f3b3ec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03bb797-517b-445b-8815-126e2f3b3ec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12CA20-4AEE-4BF4-ABB4-D0EC7BC54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3bb797-517b-445b-8815-126e2f3b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{411E02BD-76E1-4829-84AE-5654CA81CA81}TFe8699e8e-689b-4d7e-abcf-e888fd749829db3118dc_win32-d573b439b56f</Template>
  <TotalTime>0</TotalTime>
  <Words>320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Custom</vt:lpstr>
      <vt:lpstr>Lapusan Vlad</vt:lpstr>
      <vt:lpstr>Librarii folosite</vt:lpstr>
      <vt:lpstr>Arhitectura sistemului</vt:lpstr>
      <vt:lpstr>Cum detectez combinatiile</vt:lpstr>
      <vt:lpstr>Strategiile pe care le-am testat</vt:lpstr>
      <vt:lpstr>Ce am observant din teste</vt:lpstr>
      <vt:lpstr>Rezultate – cele 100 de jocuri</vt:lpstr>
      <vt:lpstr>Ce asi imbunatatii</vt:lpstr>
      <vt:lpstr>Multumesc pentru atentie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Vlad Lapusan</dc:creator>
  <cp:lastModifiedBy>Vlad Lapusan</cp:lastModifiedBy>
  <cp:revision>1</cp:revision>
  <dcterms:created xsi:type="dcterms:W3CDTF">2025-11-07T21:48:34Z</dcterms:created>
  <dcterms:modified xsi:type="dcterms:W3CDTF">2025-11-07T22:19:41Z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0x010100E60EA49926CAB846842F0167E213F5F5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2025-11-07T22:18:57Z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04227dbc-e00a-40c5-8535-802e75350ce4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